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32323"/>
                </a:solidFill>
              </a:defRPr>
            </a:pPr>
            <a:r>
              <a:t>AWS Auto Scaling Group with Application Load Balancer (ALB)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685800"/>
            <a:ext cx="1828800" cy="502920"/>
          </a:xfrm>
          <a:prstGeom prst="roundRect">
            <a:avLst/>
          </a:prstGeom>
          <a:solidFill>
            <a:srgbClr val="60606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🌐 Internet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508760"/>
            <a:ext cx="2651760" cy="731520"/>
          </a:xfrm>
          <a:prstGeom prst="roundRect">
            <a:avLst/>
          </a:prstGeom>
          <a:solidFill>
            <a:srgbClr val="FF99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Application Load</a:t>
            </a:r>
            <a:br/>
            <a:r>
              <a:t>Balancer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697480"/>
            <a:ext cx="2286000" cy="640080"/>
          </a:xfrm>
          <a:prstGeom prst="roundRect">
            <a:avLst/>
          </a:prstGeom>
          <a:solidFill>
            <a:srgbClr val="0072C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Target Group</a:t>
            </a:r>
            <a:br/>
            <a:r>
              <a:t>HTTP : 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794760"/>
            <a:ext cx="301752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Auto Scaling Group</a:t>
            </a:r>
            <a:br/>
            <a:r>
              <a:t>Min=2 | Desired=2 | Max=4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257800"/>
            <a:ext cx="2194560" cy="822960"/>
          </a:xfrm>
          <a:prstGeom prst="roundRect">
            <a:avLst/>
          </a:prstGeom>
          <a:solidFill>
            <a:srgbClr val="0072C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EC2 Instance 1</a:t>
            </a:r>
            <a:br/>
            <a:r>
              <a:t>Apache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5257800"/>
            <a:ext cx="2194560" cy="822960"/>
          </a:xfrm>
          <a:prstGeom prst="roundRect">
            <a:avLst/>
          </a:prstGeom>
          <a:solidFill>
            <a:srgbClr val="0072C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EC2 Instance 2</a:t>
            </a:r>
            <a:br/>
            <a:r>
              <a:t>Apache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5257800"/>
            <a:ext cx="2194560" cy="822960"/>
          </a:xfrm>
          <a:prstGeom prst="roundRect">
            <a:avLst/>
          </a:prstGeom>
          <a:solidFill>
            <a:srgbClr val="FF99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EC2 Instance 3</a:t>
            </a:r>
            <a:br/>
            <a:r>
              <a:t>Scale-Out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600200"/>
            <a:ext cx="2377440" cy="731520"/>
          </a:xfrm>
          <a:prstGeom prst="roundRect">
            <a:avLst/>
          </a:prstGeom>
          <a:solidFill>
            <a:srgbClr val="60606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CloudWatch</a:t>
            </a:r>
            <a:br/>
            <a:r>
              <a:t>CPU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926080"/>
            <a:ext cx="2377440" cy="822960"/>
          </a:xfrm>
          <a:prstGeom prst="roundRect">
            <a:avLst/>
          </a:prstGeom>
          <a:solidFill>
            <a:srgbClr val="2E7D3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Target Tracking</a:t>
            </a:r>
            <a:br/>
            <a:r>
              <a:t>CPU &gt;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188720"/>
            <a:ext cx="0" cy="32004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240280"/>
            <a:ext cx="0" cy="45720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3337560"/>
            <a:ext cx="0" cy="45720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103120" y="4526280"/>
            <a:ext cx="3931920" cy="73152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4526280"/>
            <a:ext cx="0" cy="73152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4526280"/>
            <a:ext cx="4023360" cy="73152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360920" y="1965960"/>
            <a:ext cx="1874520" cy="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24160" y="2331720"/>
            <a:ext cx="0" cy="59436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498079" y="3337560"/>
            <a:ext cx="1737361" cy="731520"/>
          </a:xfrm>
          <a:prstGeom prst="line">
            <a:avLst/>
          </a:prstGeom>
          <a:ln w="317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1097280"/>
            <a:ext cx="3474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Workflow</a:t>
            </a:r>
          </a:p>
          <a:p>
            <a:pPr lvl="1">
              <a:defRPr sz="1300"/>
            </a:pPr>
            <a:r>
              <a:t>1. User request reaches ALB</a:t>
            </a:r>
          </a:p>
          <a:p>
            <a:pPr lvl="1">
              <a:defRPr sz="1300"/>
            </a:pPr>
            <a:r>
              <a:t>2. ALB forwards to Target Group</a:t>
            </a:r>
          </a:p>
          <a:p>
            <a:pPr lvl="1">
              <a:defRPr sz="1300"/>
            </a:pPr>
            <a:r>
              <a:t>3. Target Group routes to healthy EC2s</a:t>
            </a:r>
          </a:p>
          <a:p>
            <a:pPr lvl="1">
              <a:defRPr sz="1300"/>
            </a:pPr>
            <a:r>
              <a:t>4. CloudWatch monitors CPU</a:t>
            </a:r>
          </a:p>
          <a:p>
            <a:pPr lvl="1">
              <a:defRPr sz="1300"/>
            </a:pPr>
            <a:r>
              <a:t>5. CPU &gt; 50% → Launch new EC2</a:t>
            </a:r>
          </a:p>
          <a:p>
            <a:pPr lvl="1">
              <a:defRPr sz="1300"/>
            </a:pPr>
            <a:r>
              <a:t>6. CPU low → Scale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Architecture prepared for GitHub Portfolio • AWS Solutions Architect Associate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